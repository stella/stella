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Deal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Share purchase agreement</a:t>
            </a:r>
          </a:p>
          <a:p>
            <a:r>
              <a:t>Closing set for Q4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Pending litigation in Brno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